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332740"/>
            <a:ext cx="10685780" cy="53428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345" y="3194685"/>
            <a:ext cx="763270" cy="624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45" y="1412875"/>
            <a:ext cx="789940" cy="652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Converted Presentation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李昕杨</cp:lastModifiedBy>
  <cp:revision>2</cp:revision>
  <dcterms:created xsi:type="dcterms:W3CDTF">2026-07-20T05:50:00Z</dcterms:created>
  <dcterms:modified xsi:type="dcterms:W3CDTF">2026-07-20T05:56:45Z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886883693B754805970922B9767CF05F_12</vt:lpwstr>
  </property>
</Properties>
</file>